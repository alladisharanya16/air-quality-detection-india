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640080"/>
            <a:ext cx="1097280" cy="1097280"/>
          </a:xfrm>
          <a:prstGeom prst="ellipse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1325880"/>
            <a:ext cx="502920" cy="502920"/>
          </a:xfrm>
          <a:prstGeom prst="ellipse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5212080"/>
            <a:ext cx="1371600" cy="1371600"/>
          </a:xfrm>
          <a:prstGeom prst="ellipse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0" y="4754880"/>
            <a:ext cx="640080" cy="640080"/>
          </a:xfrm>
          <a:prstGeom prst="ellipse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8686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Exploratory Analysis of Air Quality</a:t>
            </a:r>
          </a:p>
          <a:p>
            <a:pPr>
              <a:defRPr sz="2900" b="1">
                <a:solidFill>
                  <a:srgbClr val="E1F4EF"/>
                </a:solidFill>
              </a:defRPr>
            </a:pPr>
            <a:r>
              <a:t>and Pollution Patterns Across Indian Cities</a:t>
            </a:r>
          </a:p>
          <a:p>
            <a:pPr>
              <a:spcBef>
                <a:spcPts val="1800"/>
              </a:spcBef>
              <a:defRPr sz="1700">
                <a:solidFill>
                  <a:srgbClr val="BED2D7"/>
                </a:solidFill>
              </a:defRPr>
            </a:pPr>
            <a:r>
              <a:t>EDA Course-End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7955279" cy="1508760"/>
          </a:xfrm>
          <a:prstGeom prst="roundRect">
            <a:avLst/>
          </a:prstGeom>
          <a:solidFill>
            <a:srgbClr val="1F374E"/>
          </a:solidFill>
          <a:ln>
            <a:solidFill>
              <a:srgbClr val="1B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1F4EF"/>
                </a:solidFill>
              </a:defRPr>
            </a:pPr>
            <a:r>
              <a:t>Team Members</a:t>
            </a:r>
          </a:p>
          <a:p>
            <a:pPr>
              <a:spcBef>
                <a:spcPts val="700"/>
              </a:spcBef>
              <a:defRPr sz="1500">
                <a:solidFill>
                  <a:srgbClr val="FFFFFF"/>
                </a:solidFill>
              </a:defRPr>
            </a:pPr>
            <a:r>
              <a:t>Alladi Sharanya   •   PIN: 1601-25-771-905</a:t>
            </a:r>
          </a:p>
          <a:p>
            <a:pPr>
              <a:spcBef>
                <a:spcPts val="700"/>
              </a:spcBef>
              <a:defRPr sz="1500">
                <a:solidFill>
                  <a:srgbClr val="FFFFFF"/>
                </a:solidFill>
              </a:defRPr>
            </a:pPr>
            <a:r>
              <a:t>Beesu Shruthi   •   PIN: 1601-25-771-903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1. Problem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29768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18063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rPr sz="2400" dirty="0"/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4846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rPr sz="2000" dirty="0"/>
              <a:t>Air pollution changes across cities and time. Different pollutants contribute differently to overall air quality, making it difficult to identify patterns from raw data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29768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63624"/>
            <a:ext cx="19682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rPr sz="2400" dirty="0"/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84248"/>
            <a:ext cx="48463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rPr sz="2000" dirty="0"/>
              <a:t>Use Exploratory Data Analysis (EDA) to clean the dataset, compare cities and time periods, study pollutant relationships, and communicate patterns through clear visualizations.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2.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2412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138"/>
                </a:solidFill>
              </a:defRPr>
            </a:pPr>
            <a:r>
              <a:rPr sz="2000" dirty="0"/>
              <a:t>Analyze AQI trends across years and cities.</a:t>
            </a:r>
          </a:p>
          <a:p>
            <a:pPr>
              <a:spcAft>
                <a:spcPts val="1200"/>
              </a:spcAft>
              <a:defRPr sz="1700">
                <a:solidFill>
                  <a:srgbClr val="2A3138"/>
                </a:solidFill>
              </a:defRPr>
            </a:pPr>
            <a:r>
              <a:rPr sz="2000" dirty="0"/>
              <a:t>Study monthly and seasonal variation in air quality.</a:t>
            </a:r>
          </a:p>
          <a:p>
            <a:pPr>
              <a:spcAft>
                <a:spcPts val="1200"/>
              </a:spcAft>
              <a:defRPr sz="1700">
                <a:solidFill>
                  <a:srgbClr val="2A3138"/>
                </a:solidFill>
              </a:defRPr>
            </a:pPr>
            <a:r>
              <a:rPr sz="2000" dirty="0"/>
              <a:t>Identify pollutants that show strong relationships with AQI.</a:t>
            </a:r>
          </a:p>
          <a:p>
            <a:pPr>
              <a:spcAft>
                <a:spcPts val="1200"/>
              </a:spcAft>
              <a:defRPr sz="1700">
                <a:solidFill>
                  <a:srgbClr val="2A3138"/>
                </a:solidFill>
              </a:defRPr>
            </a:pPr>
            <a:r>
              <a:rPr sz="2000" dirty="0"/>
              <a:t>Understand the distribution of AQI values and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2A3138"/>
                </a:solidFill>
              </a:defRPr>
            </a:pPr>
            <a:r>
              <a:rPr sz="2000" dirty="0"/>
              <a:t>Visualize the relationship between PM2.5 and AQI.</a:t>
            </a:r>
          </a:p>
          <a:p>
            <a:pPr>
              <a:spcAft>
                <a:spcPts val="1200"/>
              </a:spcAft>
              <a:defRPr sz="1700">
                <a:solidFill>
                  <a:srgbClr val="2A3138"/>
                </a:solidFill>
              </a:defRPr>
            </a:pPr>
            <a:r>
              <a:rPr sz="2000" dirty="0"/>
              <a:t>Present findings using Python-based EDA techniques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3.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37D"/>
                </a:solidFill>
              </a:rPr>
              <a:t>Kaggle — Air Quality Data in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9601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1790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385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37160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371600"/>
            <a:ext cx="73152" cy="9601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151790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19385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37160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0" y="1371600"/>
            <a:ext cx="73152" cy="9601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21808" y="151790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PM2.5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19385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37160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20" y="1371600"/>
            <a:ext cx="73152" cy="9601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62088" y="151790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PM10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19385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37160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01200" y="1371600"/>
            <a:ext cx="73152" cy="9601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02368" y="151790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19385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69748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2697480"/>
            <a:ext cx="73152" cy="9601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284378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NO2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32644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269748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880360" y="2697480"/>
            <a:ext cx="73152" cy="9601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81528" y="284378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NOx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32644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269748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120640" y="2697480"/>
            <a:ext cx="73152" cy="9601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21808" y="284378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NH3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32644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269748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360920" y="2697480"/>
            <a:ext cx="73152" cy="96012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62088" y="284378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2088" y="32644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269748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601200" y="2697480"/>
            <a:ext cx="73152" cy="96012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02368" y="284378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SO2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8" y="32644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02336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" y="4023360"/>
            <a:ext cx="73152" cy="96012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7" y="416966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O3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80360" y="402336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880360" y="4023360"/>
            <a:ext cx="73152" cy="96012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81528" y="416966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AQI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81528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0640" y="4023360"/>
            <a:ext cx="19659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120640" y="4023360"/>
            <a:ext cx="73152" cy="96012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21808" y="4169664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AQI_Bucket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1808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Pollution / AQI field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Primary file used: city_day.csv  •  Dataset contains city-wise daily observations.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4. Tools &amp;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Core programming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41732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56362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84248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Data cleaning &amp;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375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4173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56362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84248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Numerical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39"/>
            <a:ext cx="33375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291839"/>
            <a:ext cx="73152" cy="141732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43814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858768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Charts &amp; plots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91839"/>
            <a:ext cx="33375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291839"/>
            <a:ext cx="73152" cy="141732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43814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Seaborn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3858768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Statistical visualizations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291839"/>
            <a:ext cx="33375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291839"/>
            <a:ext cx="73152" cy="141732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8" y="343814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Google Colab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858768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Execution environment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5. Data Preparation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325880"/>
            <a:ext cx="2971800" cy="146304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1325880"/>
            <a:ext cx="73152" cy="146304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81328" y="1472184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7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Read city_day.csv using Pandas.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1325880"/>
            <a:ext cx="502920" cy="502920"/>
          </a:xfrm>
          <a:prstGeom prst="ellipse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325880"/>
            <a:ext cx="2971800" cy="146304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74920" y="1325880"/>
            <a:ext cx="73152" cy="146304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1472184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1892807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Check shape, columns, data types and missing values.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1325880"/>
            <a:ext cx="502920" cy="502920"/>
          </a:xfrm>
          <a:prstGeom prst="ellipse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3716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325880"/>
            <a:ext cx="2971800" cy="146304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325880"/>
            <a:ext cx="73152" cy="146304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70848" y="1472184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892807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Remove duplicates and convert dates/numeric fields.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3566160"/>
            <a:ext cx="2971800" cy="146304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80160" y="3566160"/>
            <a:ext cx="73152" cy="146304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81328" y="3712464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Handle Missing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1330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Use city-wise median imputation for pollutant columns.</a:t>
            </a:r>
          </a:p>
        </p:txBody>
      </p:sp>
      <p:sp>
        <p:nvSpPr>
          <p:cNvPr id="29" name="Oval 28"/>
          <p:cNvSpPr/>
          <p:nvPr/>
        </p:nvSpPr>
        <p:spPr>
          <a:xfrm>
            <a:off x="4434840" y="3566160"/>
            <a:ext cx="502920" cy="502920"/>
          </a:xfrm>
          <a:prstGeom prst="ellipse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36118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3566160"/>
            <a:ext cx="2971800" cy="146304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74920" y="3566160"/>
            <a:ext cx="73152" cy="146304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76088" y="3712464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Feature Creation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6088" y="41330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Extract Year and Month from Date.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0" y="3566160"/>
            <a:ext cx="502920" cy="502920"/>
          </a:xfrm>
          <a:prstGeom prst="ellipse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36118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3566160"/>
            <a:ext cx="2971800" cy="146304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69680" y="3566160"/>
            <a:ext cx="73152" cy="146304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70848" y="3712464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Analyze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41330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Generate grouped summaries and visualizations.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6. Analytical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932688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932688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How does average AQI change over the years?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932688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932688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47218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92807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Which cities have the highest and lowest average AQI?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14600"/>
            <a:ext cx="5166360" cy="932688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514600"/>
            <a:ext cx="73152" cy="932688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66090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081528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Which pollutants have the strongest relationship with AQI?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14600"/>
            <a:ext cx="5166360" cy="932688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514600"/>
            <a:ext cx="73152" cy="932688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66090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81528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How does average PM2.5 vary across months?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5166360" cy="932688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73152" cy="932688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84962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70248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How does AQI vary across seasons?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03320"/>
            <a:ext cx="5166360" cy="932688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703320"/>
            <a:ext cx="73152" cy="932688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384962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270248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What is the distribution of AQI values?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92040"/>
            <a:ext cx="5166360" cy="932688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4892040"/>
            <a:ext cx="73152" cy="932688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503834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Q7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458968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What is the relationship between PM2.5 and AQI?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892040"/>
            <a:ext cx="5166360" cy="932688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892040"/>
            <a:ext cx="73152" cy="932688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503834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Q8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458968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How are AQI categories distributed?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7. Planned Visualizations — Questions 1 to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Year-wise Average AQI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Recommended plot: Line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182880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47218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City-wise Average AQI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92807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Recommended plot: Bar 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166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82880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80390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Pollutants vs AQI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2452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Recommended plot: Correlation Heatmap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166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73152" cy="182880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80390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Monthly PM2.5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22452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Recommended plot: Line Chart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8. Planned Visualizations — Questions 5 to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Seasonal AQI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Recommended plot: Box Plot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182880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47218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AQI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92807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Recommended plot: Histogram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166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82880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80390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PM2.5 vs AQI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2452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Recommended plot: Scatter Plot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166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73152" cy="182880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80390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AQI Category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22452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Recommended plot: Bar Chart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9. Key Findings to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138"/>
                </a:solidFill>
              </a:defRPr>
            </a:pPr>
            <a:r>
              <a:t>Year-wise analysis helps identify whether overall air quality improves or worsens over time.</a:t>
            </a:r>
          </a:p>
          <a:p>
            <a:pPr>
              <a:spcAft>
                <a:spcPts val="1200"/>
              </a:spcAft>
              <a:defRPr sz="1600">
                <a:solidFill>
                  <a:srgbClr val="2A3138"/>
                </a:solidFill>
              </a:defRPr>
            </a:pPr>
            <a:r>
              <a:t>City-wise averages reveal locations with relatively higher or lower pollution levels.</a:t>
            </a:r>
          </a:p>
          <a:p>
            <a:pPr>
              <a:spcAft>
                <a:spcPts val="1200"/>
              </a:spcAft>
              <a:defRPr sz="1600">
                <a:solidFill>
                  <a:srgbClr val="2A3138"/>
                </a:solidFill>
              </a:defRPr>
            </a:pPr>
            <a:r>
              <a:t>The correlation heatmap highlights pollutants that are more closely associated with AQI.</a:t>
            </a:r>
          </a:p>
          <a:p>
            <a:pPr>
              <a:spcAft>
                <a:spcPts val="1200"/>
              </a:spcAft>
              <a:defRPr sz="1600">
                <a:solidFill>
                  <a:srgbClr val="2A3138"/>
                </a:solidFill>
              </a:defRPr>
            </a:pPr>
            <a:r>
              <a:t>Monthly and seasonal analysis reveals recurring pollution patterns.</a:t>
            </a:r>
          </a:p>
          <a:p>
            <a:pPr>
              <a:spcAft>
                <a:spcPts val="1200"/>
              </a:spcAft>
              <a:defRPr sz="1600">
                <a:solidFill>
                  <a:srgbClr val="2A3138"/>
                </a:solidFill>
              </a:defRPr>
            </a:pPr>
            <a:r>
              <a:t>The PM2.5 scatter plot helps visualize how particulate concentration changes with AQI.</a:t>
            </a:r>
          </a:p>
          <a:p>
            <a:pPr>
              <a:spcAft>
                <a:spcPts val="1200"/>
              </a:spcAft>
              <a:defRPr sz="1600">
                <a:solidFill>
                  <a:srgbClr val="2A3138"/>
                </a:solidFill>
              </a:defRPr>
            </a:pPr>
            <a:r>
              <a:t>AQI category counts show how observations are distributed across air-quality levels.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5349240"/>
            <a:ext cx="3657600" cy="640080"/>
          </a:xfrm>
          <a:prstGeom prst="roundRect">
            <a:avLst/>
          </a:prstGeom>
          <a:solidFill>
            <a:srgbClr val="E1F4EF"/>
          </a:solidFill>
          <a:ln>
            <a:solidFill>
              <a:srgbClr val="1B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5486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63A"/>
                </a:solidFill>
              </a:defRPr>
            </a:pPr>
            <a:r>
              <a:t>Insert actual values after running the dataset.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10.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356616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356616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Monitor High-Risk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Use city-wise and seasonal patterns to focus monitoring and pollution-control efforts where they are most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356616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3566160"/>
          </a:xfrm>
          <a:prstGeom prst="rect">
            <a:avLst/>
          </a:prstGeom>
          <a:solidFill>
            <a:srgbClr val="EB8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Track Key Pollutants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3852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Prioritize pollutants that show stronger relationships with AQI for deeper analysis and monitoring.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29000" cy="3566160"/>
          </a:xfrm>
          <a:prstGeom prst="roundRect">
            <a:avLst/>
          </a:prstGeom>
          <a:solidFill>
            <a:srgbClr val="F6F8F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3566160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A"/>
                </a:solidFill>
              </a:defRPr>
            </a:pPr>
            <a:r>
              <a:t>Use Data for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3852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138"/>
                </a:solidFill>
              </a:defRPr>
            </a:pPr>
            <a:r>
              <a:t>Clear visualizations can help communicate pollution trends and encourage informed environmental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63A"/>
                </a:solidFill>
              </a:rPr>
              <a:t>11.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A3138"/>
                </a:solidFill>
              </a:defRPr>
            </a:pPr>
            <a:r>
              <a:t>EDA provides a practical way to transform raw air-quality records into understandable patterns.</a:t>
            </a:r>
          </a:p>
          <a:p>
            <a:pPr>
              <a:spcAft>
                <a:spcPts val="1200"/>
              </a:spcAft>
              <a:defRPr sz="1900">
                <a:solidFill>
                  <a:srgbClr val="2A3138"/>
                </a:solidFill>
              </a:defRPr>
            </a:pPr>
            <a:r>
              <a:t>The project combines data cleaning, statistical summaries and visualization.</a:t>
            </a:r>
          </a:p>
          <a:p>
            <a:pPr>
              <a:spcAft>
                <a:spcPts val="1200"/>
              </a:spcAft>
              <a:defRPr sz="1900">
                <a:solidFill>
                  <a:srgbClr val="2A3138"/>
                </a:solidFill>
              </a:defRPr>
            </a:pPr>
            <a:r>
              <a:t>Comparing cities, time periods, seasons and pollutants gives a broader view of air quality.</a:t>
            </a:r>
          </a:p>
          <a:p>
            <a:pPr>
              <a:spcAft>
                <a:spcPts val="1200"/>
              </a:spcAft>
              <a:defRPr sz="1900">
                <a:solidFill>
                  <a:srgbClr val="2A3138"/>
                </a:solidFill>
              </a:defRPr>
            </a:pPr>
            <a:r>
              <a:t>The analysis can be extended with prediction models, real-time data and interactive dashboards.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EDA Course-End Project  •  Air Quality Analysis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0"/>
            <a:ext cx="9784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1F4EF"/>
                </a:solidFill>
              </a:defRPr>
            </a:pPr>
            <a:r>
              <a:t>Exploratory Analysis of Air Quality and Pollution Patterns Across Indian Cities</a:t>
            </a:r>
          </a:p>
          <a:p>
            <a:pPr algn="ctr">
              <a:spcBef>
                <a:spcPts val="1800"/>
              </a:spcBef>
              <a:defRPr sz="1500">
                <a:solidFill>
                  <a:srgbClr val="FFFFFF"/>
                </a:solidFill>
              </a:defRPr>
            </a:pPr>
            <a:r>
              <a:t>Alladi Sharanya  •  PIN: 1601-25-771-905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Beesu Shruthi  •  PIN: 1601-25-771-903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7492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BED2D7"/>
                </a:solidFill>
              </a:defRPr>
            </a:pPr>
            <a:r>
              <a:t>EDA Course-End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822</Words>
  <Application>Microsoft Office PowerPoint</Application>
  <PresentationFormat>Widescreen</PresentationFormat>
  <Paragraphs>150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sharanya alladi</cp:lastModifiedBy>
  <cp:revision>3</cp:revision>
  <dcterms:created xsi:type="dcterms:W3CDTF">2013-01-27T09:14:16Z</dcterms:created>
  <dcterms:modified xsi:type="dcterms:W3CDTF">2026-10-08T02:27:12Z</dcterms:modified>
  <cp:category/>
</cp:coreProperties>
</file>